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desktop-in-artic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where-to-stay-nat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mobile-in-fe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newsletter-sponsorsh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audience-re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audience-demograph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audience-segm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placement-spe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destination.com media kit</dc:title>
  <dc:subject/>
  <dc:creator>Priyesh Patel</dc:creator>
  <cp:keywords/>
  <dc:description>Prepared for Expedia, September 2026. Audience figures are internal estimates pending GA4/ESP verification — see the note on each audience slide.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